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890" y="5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831" y="0"/>
            <a:ext cx="7199999" cy="10525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5372" y="4619929"/>
            <a:ext cx="244411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441" y="4186211"/>
            <a:ext cx="276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1700" b="1" spc="-25" dirty="0" smtClean="0">
                <a:solidFill>
                  <a:srgbClr val="FF0000"/>
                </a:solidFill>
                <a:latin typeface="Malgun Gothic"/>
                <a:cs typeface="Malgun Gothic"/>
              </a:rPr>
              <a:t>0</a:t>
            </a:r>
            <a:endParaRPr sz="17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PVDF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TOP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K012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71" y="1133475"/>
            <a:ext cx="5509260" cy="8769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3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VALIDATED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STEEL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&amp;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ALUMINUM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COATED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COIL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COATING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SYSTEM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FOR 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0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YEARS</a:t>
            </a:r>
            <a:r>
              <a:rPr sz="900" spc="-35" dirty="0" smtClean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ALSO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APPLIES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ONLY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BELOW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3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ITEMS.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latin typeface="Malgun Gothic"/>
                <a:cs typeface="Malgun Gothic"/>
              </a:rPr>
              <a:t>WARRANTY</a:t>
            </a:r>
            <a:r>
              <a:rPr sz="900" b="1" spc="-55" dirty="0">
                <a:latin typeface="Malgun Gothic"/>
                <a:cs typeface="Malgun Gothic"/>
              </a:rPr>
              <a:t> </a:t>
            </a:r>
            <a:r>
              <a:rPr sz="900" b="1" spc="-10" dirty="0">
                <a:latin typeface="Malgun Gothic"/>
                <a:cs typeface="Malgun Gothic"/>
              </a:rPr>
              <a:t>ITEMS</a:t>
            </a: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becomes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effective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when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film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under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hereinafter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stated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condition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found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to;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369" y="2477421"/>
            <a:ext cx="5670550" cy="34227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indent="-1352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47955" algn="l"/>
              </a:tabLst>
            </a:pPr>
            <a:r>
              <a:rPr sz="900" b="1" spc="-10" dirty="0">
                <a:latin typeface="Malgun Gothic"/>
                <a:cs typeface="Malgun Gothic"/>
              </a:rPr>
              <a:t>Perforation</a:t>
            </a:r>
            <a:endParaRPr sz="900" dirty="0">
              <a:latin typeface="Malgun Gothic"/>
              <a:cs typeface="Malgun Gothic"/>
            </a:endParaRPr>
          </a:p>
          <a:p>
            <a:pPr marL="161290">
              <a:lnSpc>
                <a:spcPct val="100000"/>
              </a:lnSpc>
              <a:spcBef>
                <a:spcPts val="905"/>
              </a:spcBef>
            </a:pPr>
            <a:r>
              <a:rPr sz="900" dirty="0">
                <a:latin typeface="Malgun Gothic"/>
                <a:cs typeface="Malgun Gothic"/>
              </a:rPr>
              <a:t>Prepainted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warranted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against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perforation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0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years</a:t>
            </a:r>
            <a:r>
              <a:rPr sz="900" spc="-5" dirty="0" smtClean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after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installation.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47955" algn="l"/>
              </a:tabLst>
            </a:pPr>
            <a:r>
              <a:rPr sz="900" b="1" dirty="0">
                <a:latin typeface="Malgun Gothic"/>
                <a:cs typeface="Malgun Gothic"/>
              </a:rPr>
              <a:t>Peel,</a:t>
            </a:r>
            <a:r>
              <a:rPr sz="900" b="1" spc="-1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crack</a:t>
            </a:r>
            <a:r>
              <a:rPr sz="900" b="1" spc="-1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on</a:t>
            </a:r>
            <a:r>
              <a:rPr sz="900" b="1" spc="-1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the</a:t>
            </a:r>
            <a:r>
              <a:rPr sz="900" b="1" spc="-1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surface</a:t>
            </a:r>
            <a:r>
              <a:rPr sz="900" b="1" spc="-1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of</a:t>
            </a:r>
            <a:r>
              <a:rPr sz="900" b="1" spc="-1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coil</a:t>
            </a:r>
            <a:r>
              <a:rPr sz="900" b="1" spc="-1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coated</a:t>
            </a:r>
            <a:r>
              <a:rPr sz="900" b="1" spc="-10" dirty="0">
                <a:latin typeface="Malgun Gothic"/>
                <a:cs typeface="Malgun Gothic"/>
              </a:rPr>
              <a:t> sheet</a:t>
            </a:r>
            <a:endParaRPr sz="900" dirty="0">
              <a:latin typeface="Malgun Gothic"/>
              <a:cs typeface="Malgun Gothic"/>
            </a:endParaRPr>
          </a:p>
          <a:p>
            <a:pPr marL="161290" marR="5080">
              <a:lnSpc>
                <a:spcPct val="110800"/>
              </a:lnSpc>
              <a:spcBef>
                <a:spcPts val="465"/>
              </a:spcBef>
            </a:pP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recognized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naked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eye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investigation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vertically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distance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2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meters.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Defects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crazing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cracking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occur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roll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forming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sheet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forming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covered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under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this </a:t>
            </a:r>
            <a:r>
              <a:rPr sz="900" spc="-10" dirty="0">
                <a:latin typeface="Malgun Gothic"/>
                <a:cs typeface="Malgun Gothic"/>
              </a:rPr>
              <a:t>warranty.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buAutoNum type="arabicPeriod" startAt="3"/>
              <a:tabLst>
                <a:tab pos="147955" algn="l"/>
              </a:tabLst>
            </a:pPr>
            <a:r>
              <a:rPr sz="900" b="1" dirty="0">
                <a:latin typeface="Malgun Gothic"/>
                <a:cs typeface="Malgun Gothic"/>
              </a:rPr>
              <a:t>Fade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or</a:t>
            </a:r>
            <a:r>
              <a:rPr sz="900" b="1" spc="-1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change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in</a:t>
            </a:r>
            <a:r>
              <a:rPr sz="900" b="1" spc="-15" dirty="0">
                <a:latin typeface="Malgun Gothic"/>
                <a:cs typeface="Malgun Gothic"/>
              </a:rPr>
              <a:t> </a:t>
            </a:r>
            <a:r>
              <a:rPr sz="900" b="1" spc="-10" dirty="0">
                <a:latin typeface="Malgun Gothic"/>
                <a:cs typeface="Malgun Gothic"/>
              </a:rPr>
              <a:t>color</a:t>
            </a:r>
            <a:endParaRPr sz="900" dirty="0">
              <a:latin typeface="Malgun Gothic"/>
              <a:cs typeface="Malgun Gothic"/>
            </a:endParaRPr>
          </a:p>
          <a:p>
            <a:pPr marL="161290" marR="67945">
              <a:lnSpc>
                <a:spcPct val="110800"/>
              </a:lnSpc>
              <a:spcBef>
                <a:spcPts val="470"/>
              </a:spcBef>
            </a:pPr>
            <a:r>
              <a:rPr sz="900" dirty="0">
                <a:latin typeface="Malgun Gothic"/>
                <a:cs typeface="Malgun Gothic"/>
              </a:rPr>
              <a:t>Fading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changing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excess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determined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accordance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procedures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outlined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ASTM </a:t>
            </a:r>
            <a:r>
              <a:rPr sz="900" spc="-10" dirty="0">
                <a:latin typeface="Malgun Gothic"/>
                <a:cs typeface="Malgun Gothic"/>
              </a:rPr>
              <a:t>D2244-</a:t>
            </a:r>
            <a:r>
              <a:rPr sz="900" dirty="0">
                <a:latin typeface="Malgun Gothic"/>
                <a:cs typeface="Malgun Gothic"/>
              </a:rPr>
              <a:t>93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measured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have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been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cleaned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external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deposits(dirt, </a:t>
            </a:r>
            <a:r>
              <a:rPr sz="900" dirty="0">
                <a:latin typeface="Malgun Gothic"/>
                <a:cs typeface="Malgun Gothic"/>
              </a:rPr>
              <a:t>oil,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grease,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foreign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material,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oxidized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film,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etc.)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chalk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3964.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understood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fading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color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changes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uniform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equally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elements.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buAutoNum type="arabicPeriod" startAt="4"/>
              <a:tabLst>
                <a:tab pos="147955" algn="l"/>
              </a:tabLst>
            </a:pPr>
            <a:r>
              <a:rPr sz="900" b="1" spc="-10" dirty="0">
                <a:latin typeface="Malgun Gothic"/>
                <a:cs typeface="Malgun Gothic"/>
              </a:rPr>
              <a:t>Chalk</a:t>
            </a:r>
            <a:endParaRPr sz="900" dirty="0">
              <a:latin typeface="Malgun Gothic"/>
              <a:cs typeface="Malgun Gothic"/>
            </a:endParaRPr>
          </a:p>
          <a:p>
            <a:pPr marL="161290" marR="210820">
              <a:lnSpc>
                <a:spcPct val="110800"/>
              </a:lnSpc>
              <a:spcBef>
                <a:spcPts val="470"/>
              </a:spcBef>
            </a:pPr>
            <a:r>
              <a:rPr sz="900" dirty="0">
                <a:latin typeface="Malgun Gothic"/>
                <a:cs typeface="Malgun Gothic"/>
              </a:rPr>
              <a:t>Chalk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numerical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ratings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when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measured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accordance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standard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procedure </a:t>
            </a:r>
            <a:r>
              <a:rPr sz="900" dirty="0">
                <a:latin typeface="Malgun Gothic"/>
                <a:cs typeface="Malgun Gothic"/>
              </a:rPr>
              <a:t>specified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4214-</a:t>
            </a:r>
            <a:r>
              <a:rPr sz="900" dirty="0">
                <a:latin typeface="Malgun Gothic"/>
                <a:cs typeface="Malgun Gothic"/>
              </a:rPr>
              <a:t>89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clean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after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removing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dirt,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deposit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50" dirty="0">
                <a:latin typeface="Malgun Gothic"/>
                <a:cs typeface="Malgun Gothic"/>
              </a:rPr>
              <a:t>D </a:t>
            </a:r>
            <a:r>
              <a:rPr sz="900" spc="-10" dirty="0">
                <a:latin typeface="Malgun Gothic"/>
                <a:cs typeface="Malgun Gothic"/>
              </a:rPr>
              <a:t>3964.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47955" indent="-135255">
              <a:lnSpc>
                <a:spcPct val="100000"/>
              </a:lnSpc>
              <a:buAutoNum type="arabicPeriod" startAt="5"/>
              <a:tabLst>
                <a:tab pos="147955" algn="l"/>
              </a:tabLst>
            </a:pPr>
            <a:r>
              <a:rPr sz="900" b="1" dirty="0">
                <a:latin typeface="Malgun Gothic"/>
                <a:cs typeface="Malgun Gothic"/>
              </a:rPr>
              <a:t>Warranty</a:t>
            </a:r>
            <a:r>
              <a:rPr sz="900" b="1" spc="-40" dirty="0">
                <a:latin typeface="Malgun Gothic"/>
                <a:cs typeface="Malgun Gothic"/>
              </a:rPr>
              <a:t> </a:t>
            </a:r>
            <a:r>
              <a:rPr sz="900" b="1" spc="-10" dirty="0">
                <a:latin typeface="Malgun Gothic"/>
                <a:cs typeface="Malgun Gothic"/>
              </a:rPr>
              <a:t>terms</a:t>
            </a:r>
            <a:endParaRPr sz="900" dirty="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367408"/>
              </p:ext>
            </p:extLst>
          </p:nvPr>
        </p:nvGraphicFramePr>
        <p:xfrm>
          <a:off x="1258662" y="6262880"/>
          <a:ext cx="5549262" cy="222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/>
                <a:gridCol w="1052195"/>
                <a:gridCol w="900430"/>
                <a:gridCol w="900429"/>
                <a:gridCol w="900429"/>
                <a:gridCol w="900429"/>
              </a:tblGrid>
              <a:tr h="3956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Installed</a:t>
                      </a:r>
                      <a:r>
                        <a:rPr sz="9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0" dirty="0">
                          <a:latin typeface="Malgun Gothic"/>
                          <a:cs typeface="Malgun Gothic"/>
                        </a:rPr>
                        <a:t>Area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Use</a:t>
                      </a:r>
                      <a:r>
                        <a:rPr sz="90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 panel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Warranted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terms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5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Perforation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 marR="269875" indent="-52705">
                        <a:lnSpc>
                          <a:spcPct val="110800"/>
                        </a:lnSpc>
                        <a:spcBef>
                          <a:spcPts val="32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Peel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&amp;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flake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1620" marR="254000" indent="48260">
                        <a:lnSpc>
                          <a:spcPct val="110800"/>
                        </a:lnSpc>
                        <a:spcBef>
                          <a:spcPts val="32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Color change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Chalk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94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1594" marR="53975" indent="94615" algn="just">
                        <a:lnSpc>
                          <a:spcPct val="1108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Residential, Commercial,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Light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industrial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800" spc="-20" dirty="0">
                          <a:latin typeface="Malgun Gothic"/>
                          <a:cs typeface="Malgun Gothic"/>
                        </a:rPr>
                        <a:t>Roof</a:t>
                      </a:r>
                      <a:endParaRPr sz="800" dirty="0">
                        <a:latin typeface="Malgun Gothic"/>
                        <a:cs typeface="Malgun Gothic"/>
                      </a:endParaRPr>
                    </a:p>
                    <a:p>
                      <a:pPr marL="73660" marR="66040" algn="ctr">
                        <a:lnSpc>
                          <a:spcPct val="110800"/>
                        </a:lnSpc>
                      </a:pPr>
                      <a:r>
                        <a:rPr sz="800" dirty="0" smtClean="0">
                          <a:latin typeface="Malgun Gothic"/>
                          <a:cs typeface="Malgun Gothic"/>
                        </a:rPr>
                        <a:t>(&gt;</a:t>
                      </a:r>
                      <a:r>
                        <a:rPr lang="en-US" sz="800" dirty="0" smtClean="0">
                          <a:latin typeface="Malgun Gothic"/>
                          <a:cs typeface="Malgun Gothic"/>
                        </a:rPr>
                        <a:t>500</a:t>
                      </a:r>
                      <a:r>
                        <a:rPr sz="800" dirty="0" smtClean="0">
                          <a:latin typeface="Malgun Gothic"/>
                          <a:cs typeface="Malgun Gothic"/>
                        </a:rPr>
                        <a:t>m</a:t>
                      </a:r>
                      <a:r>
                        <a:rPr sz="800" spc="-15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latin typeface="Malgun Gothic"/>
                          <a:cs typeface="Malgun Gothic"/>
                        </a:rPr>
                        <a:t>from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 marine </a:t>
                      </a:r>
                      <a:r>
                        <a:rPr sz="800" spc="-50" dirty="0">
                          <a:latin typeface="Malgun Gothic"/>
                          <a:cs typeface="Malgun Gothic"/>
                        </a:rPr>
                        <a:t>&amp;</a:t>
                      </a:r>
                      <a:endParaRPr sz="800" dirty="0">
                        <a:latin typeface="Malgun Gothic"/>
                        <a:cs typeface="Malgun Gothic"/>
                      </a:endParaRPr>
                    </a:p>
                    <a:p>
                      <a:pPr marL="220345" marR="212725" algn="ctr">
                        <a:lnSpc>
                          <a:spcPct val="110800"/>
                        </a:lnSpc>
                      </a:pPr>
                      <a:r>
                        <a:rPr sz="800" spc="-10" dirty="0">
                          <a:latin typeface="Malgun Gothic"/>
                          <a:cs typeface="Malgun Gothic"/>
                        </a:rPr>
                        <a:t>Industrial environment)</a:t>
                      </a:r>
                      <a:endParaRPr sz="800" dirty="0">
                        <a:latin typeface="Malgun Gothic"/>
                        <a:cs typeface="Malgun Gothic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lang="en-US"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900" spc="-1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311150" marR="303530" algn="ctr">
                        <a:lnSpc>
                          <a:spcPct val="110800"/>
                        </a:lnSpc>
                      </a:pPr>
                      <a:r>
                        <a:rPr sz="900" spc="-2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≤ΔE5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(20Y)</a:t>
                      </a:r>
                      <a:endParaRPr sz="90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319405" marR="311785" algn="ctr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≥#8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(20Y)</a:t>
                      </a:r>
                      <a:endParaRPr sz="90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9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0" dirty="0">
                          <a:latin typeface="Malgun Gothic"/>
                          <a:cs typeface="Malgun Gothic"/>
                        </a:rPr>
                        <a:t>Wall</a:t>
                      </a:r>
                      <a:endParaRPr sz="800" dirty="0">
                        <a:latin typeface="Malgun Gothic"/>
                        <a:cs typeface="Malgun Gothic"/>
                      </a:endParaRPr>
                    </a:p>
                    <a:p>
                      <a:pPr marL="73660" marR="66040" algn="ctr">
                        <a:lnSpc>
                          <a:spcPct val="110800"/>
                        </a:lnSpc>
                      </a:pPr>
                      <a:r>
                        <a:rPr sz="800" dirty="0" smtClean="0">
                          <a:latin typeface="Malgun Gothic"/>
                          <a:cs typeface="Malgun Gothic"/>
                        </a:rPr>
                        <a:t>(&gt;</a:t>
                      </a:r>
                      <a:r>
                        <a:rPr lang="en-US" sz="800" dirty="0" smtClean="0">
                          <a:latin typeface="Malgun Gothic"/>
                          <a:cs typeface="Malgun Gothic"/>
                        </a:rPr>
                        <a:t>500</a:t>
                      </a:r>
                      <a:r>
                        <a:rPr sz="800" dirty="0" smtClean="0">
                          <a:latin typeface="Malgun Gothic"/>
                          <a:cs typeface="Malgun Gothic"/>
                        </a:rPr>
                        <a:t>m</a:t>
                      </a:r>
                      <a:r>
                        <a:rPr sz="800" spc="-15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latin typeface="Malgun Gothic"/>
                          <a:cs typeface="Malgun Gothic"/>
                        </a:rPr>
                        <a:t>from</a:t>
                      </a:r>
                      <a:r>
                        <a:rPr sz="800" spc="-10" dirty="0">
                          <a:latin typeface="Malgun Gothic"/>
                          <a:cs typeface="Malgun Gothic"/>
                        </a:rPr>
                        <a:t> marine </a:t>
                      </a:r>
                      <a:r>
                        <a:rPr sz="800" spc="-50" dirty="0">
                          <a:latin typeface="Malgun Gothic"/>
                          <a:cs typeface="Malgun Gothic"/>
                        </a:rPr>
                        <a:t>&amp;</a:t>
                      </a:r>
                      <a:endParaRPr sz="800" dirty="0">
                        <a:latin typeface="Malgun Gothic"/>
                        <a:cs typeface="Malgun Gothic"/>
                      </a:endParaRPr>
                    </a:p>
                    <a:p>
                      <a:pPr marL="220345" marR="212725" algn="ctr">
                        <a:lnSpc>
                          <a:spcPct val="110800"/>
                        </a:lnSpc>
                      </a:pPr>
                      <a:r>
                        <a:rPr sz="800" spc="-10" dirty="0">
                          <a:latin typeface="Malgun Gothic"/>
                          <a:cs typeface="Malgun Gothic"/>
                        </a:rPr>
                        <a:t>Industrial environment)</a:t>
                      </a:r>
                      <a:endParaRPr sz="800" dirty="0">
                        <a:latin typeface="Malgun Gothic"/>
                        <a:cs typeface="Malgun Gothic"/>
                      </a:endParaRPr>
                    </a:p>
                  </a:txBody>
                  <a:tcPr marL="0" marR="0" marT="2603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lang="en-US" sz="90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900" spc="-10" dirty="0" smtClean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311150" marR="303530" algn="ctr">
                        <a:lnSpc>
                          <a:spcPct val="110800"/>
                        </a:lnSpc>
                      </a:pPr>
                      <a:r>
                        <a:rPr sz="900" spc="-2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≤ΔE5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(20Y)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319405" marR="311785" algn="ctr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≥#8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(20Y)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9" y="1181765"/>
            <a:ext cx="5686425" cy="690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Malgun Gothic"/>
                <a:cs typeface="Malgun Gothic"/>
              </a:rPr>
              <a:t>THIS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WARRANTY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SHALL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BE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SUBJECT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TO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STIPULATIONS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AND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CONDITIONS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HEREINAFTER</a:t>
            </a:r>
            <a:r>
              <a:rPr sz="900" b="1" spc="-2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SET</a:t>
            </a:r>
            <a:r>
              <a:rPr sz="900" b="1" spc="-20" dirty="0">
                <a:latin typeface="Malgun Gothic"/>
                <a:cs typeface="Malgun Gothic"/>
              </a:rPr>
              <a:t> </a:t>
            </a:r>
            <a:r>
              <a:rPr sz="900" b="1" spc="-10" dirty="0">
                <a:latin typeface="Malgun Gothic"/>
                <a:cs typeface="Malgun Gothic"/>
              </a:rPr>
              <a:t>FORTH;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applies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goods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building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installed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Vietnam</a:t>
            </a:r>
            <a:r>
              <a:rPr sz="900" spc="-10" dirty="0">
                <a:latin typeface="Malgun Gothic"/>
                <a:cs typeface="Malgun Gothic"/>
              </a:rPr>
              <a:t>.</a:t>
            </a:r>
            <a:endParaRPr sz="900" dirty="0">
              <a:latin typeface="Malgun Gothic"/>
              <a:cs typeface="Malgun Gothic"/>
            </a:endParaRPr>
          </a:p>
          <a:p>
            <a:pPr marL="201930" marR="57785" indent="-123189">
              <a:lnSpc>
                <a:spcPct val="110800"/>
              </a:lnSpc>
              <a:spcBef>
                <a:spcPts val="1355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28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2COAT</a:t>
            </a:r>
            <a:r>
              <a:rPr sz="900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and</a:t>
            </a:r>
            <a:r>
              <a:rPr sz="900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2BAKE</a:t>
            </a:r>
            <a:r>
              <a:rPr sz="900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chemeClr val="tx1"/>
                </a:solidFill>
                <a:latin typeface="Malgun Gothic"/>
                <a:cs typeface="Malgun Gothic"/>
              </a:rPr>
              <a:t>coating</a:t>
            </a:r>
            <a:r>
              <a:rPr sz="900" spc="-20" dirty="0">
                <a:solidFill>
                  <a:schemeClr val="tx1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method,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(PRIMER+BASE)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thickness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is 	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25</a:t>
            </a:r>
            <a:r>
              <a:rPr sz="900" spc="-10" dirty="0">
                <a:latin typeface="Malgun Gothic"/>
                <a:cs typeface="Malgun Gothic"/>
              </a:rPr>
              <a:t>(±2)㎛.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primer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coating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thickness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5</a:t>
            </a:r>
            <a:r>
              <a:rPr sz="900" spc="-10" dirty="0">
                <a:latin typeface="Malgun Gothic"/>
                <a:cs typeface="Malgun Gothic"/>
              </a:rPr>
              <a:t>(±1)</a:t>
            </a:r>
            <a:r>
              <a:rPr sz="900" spc="-30" dirty="0">
                <a:latin typeface="Malgun Gothic"/>
                <a:cs typeface="Malgun Gothic"/>
              </a:rPr>
              <a:t>㎛.</a:t>
            </a:r>
            <a:endParaRPr sz="900" dirty="0">
              <a:latin typeface="Malgun Gothic"/>
              <a:cs typeface="Malgun Gothic"/>
            </a:endParaRPr>
          </a:p>
          <a:p>
            <a:pPr marL="201930" marR="5080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steel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&amp;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aluminum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finish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supplied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scratched,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abraded,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damaged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in 	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way,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incompatible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material.</a:t>
            </a:r>
            <a:endParaRPr sz="900" dirty="0">
              <a:latin typeface="Malgun Gothic"/>
              <a:cs typeface="Malgun Gothic"/>
            </a:endParaRPr>
          </a:p>
          <a:p>
            <a:pPr marL="201930" marR="286385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Sheltered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unwashed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exposure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washed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down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regular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6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monthly 	</a:t>
            </a:r>
            <a:r>
              <a:rPr sz="900" dirty="0">
                <a:latin typeface="Malgun Gothic"/>
                <a:cs typeface="Malgun Gothic"/>
              </a:rPr>
              <a:t>basis.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arising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unwashed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covered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warranty.</a:t>
            </a:r>
            <a:endParaRPr sz="900" dirty="0">
              <a:latin typeface="Malgun Gothic"/>
              <a:cs typeface="Malgun Gothic"/>
            </a:endParaRPr>
          </a:p>
          <a:p>
            <a:pPr marL="201930" marR="623570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term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regarding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fading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chalk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fundamental 	</a:t>
            </a:r>
            <a:r>
              <a:rPr sz="900" dirty="0">
                <a:latin typeface="Malgun Gothic"/>
                <a:cs typeface="Malgun Gothic"/>
              </a:rPr>
              <a:t>pigmentation</a:t>
            </a:r>
            <a:r>
              <a:rPr sz="900" spc="-5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colors.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supplied,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time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contact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incompatible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material.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application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post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treatment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system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invalidate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10" dirty="0">
                <a:latin typeface="Malgun Gothic"/>
                <a:cs typeface="Malgun Gothic"/>
              </a:rPr>
              <a:t> warranty.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marR="57785" indent="-123189">
              <a:lnSpc>
                <a:spcPct val="110800"/>
              </a:lnSpc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All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flashings,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fasteners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components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fixed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installed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20" dirty="0">
                <a:solidFill>
                  <a:srgbClr val="FF0000"/>
                </a:solidFill>
                <a:latin typeface="Malgun Gothic"/>
                <a:cs typeface="Malgun Gothic"/>
              </a:rPr>
              <a:t>PVDF</a:t>
            </a:r>
            <a:r>
              <a:rPr sz="900" spc="-20" dirty="0">
                <a:latin typeface="Malgun Gothic"/>
                <a:cs typeface="Malgun Gothic"/>
              </a:rPr>
              <a:t> 	</a:t>
            </a:r>
            <a:r>
              <a:rPr sz="900" dirty="0">
                <a:latin typeface="Malgun Gothic"/>
                <a:cs typeface="Malgun Gothic"/>
              </a:rPr>
              <a:t>TOP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galvanized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steel,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galvalume,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aluminum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substrates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materials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approved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Metal.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Installed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pitch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roof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equal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greater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5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degrees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above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horizontal.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marR="252729" indent="-186055">
              <a:lnSpc>
                <a:spcPct val="110800"/>
              </a:lnSpc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roof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fully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lined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does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exposed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eaves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sheltered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unwashed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by 	</a:t>
            </a:r>
            <a:r>
              <a:rPr sz="900" dirty="0">
                <a:latin typeface="Malgun Gothic"/>
                <a:cs typeface="Malgun Gothic"/>
              </a:rPr>
              <a:t>natural </a:t>
            </a:r>
            <a:r>
              <a:rPr sz="900" spc="-10" dirty="0">
                <a:latin typeface="Malgun Gothic"/>
                <a:cs typeface="Malgun Gothic"/>
              </a:rPr>
              <a:t>rainfall.</a:t>
            </a:r>
            <a:endParaRPr sz="900" dirty="0">
              <a:latin typeface="Malgun Gothic"/>
              <a:cs typeface="Malgun Gothic"/>
            </a:endParaRPr>
          </a:p>
          <a:p>
            <a:pPr marL="201930" marR="11430" indent="-186055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Wall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sheeting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concrete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formwork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immersed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during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construction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immersed 	</a:t>
            </a:r>
            <a:r>
              <a:rPr sz="900" dirty="0">
                <a:latin typeface="Malgun Gothic"/>
                <a:cs typeface="Malgun Gothic"/>
              </a:rPr>
              <a:t>during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general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exposure.</a:t>
            </a:r>
            <a:endParaRPr sz="900" dirty="0">
              <a:latin typeface="Malgun Gothic"/>
              <a:cs typeface="Malgun Gothic"/>
            </a:endParaRPr>
          </a:p>
          <a:p>
            <a:pPr marL="201930" marR="69215" indent="-186055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walling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protected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washing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natural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rainfall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structures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including,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without 	</a:t>
            </a:r>
            <a:r>
              <a:rPr sz="900" dirty="0">
                <a:latin typeface="Malgun Gothic"/>
                <a:cs typeface="Malgun Gothic"/>
              </a:rPr>
              <a:t>limitation,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canopies,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patios,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carports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verandas,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eaves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extend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greater</a:t>
            </a:r>
            <a:r>
              <a:rPr sz="900" spc="-20" dirty="0">
                <a:latin typeface="Malgun Gothic"/>
                <a:cs typeface="Malgun Gothic"/>
              </a:rPr>
              <a:t> than 	</a:t>
            </a:r>
            <a:r>
              <a:rPr sz="900" dirty="0">
                <a:latin typeface="Malgun Gothic"/>
                <a:cs typeface="Malgun Gothic"/>
              </a:rPr>
              <a:t>600mm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out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wall.</a:t>
            </a: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This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warranty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cover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following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causes: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Damage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due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improper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processing,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transportation,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handling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installation.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905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Defects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attributed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faulty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design,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method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manufacture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installation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product.</a:t>
            </a:r>
            <a:endParaRPr sz="900" dirty="0">
              <a:latin typeface="Malgun Gothic"/>
              <a:cs typeface="Malgun Gothic"/>
            </a:endParaRPr>
          </a:p>
          <a:p>
            <a:pPr marL="391795" marR="95250" lvl="1" indent="-132715" algn="just">
              <a:lnSpc>
                <a:spcPct val="110800"/>
              </a:lnSpc>
              <a:spcBef>
                <a:spcPts val="790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Exposure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abnormal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conditions: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excessively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polluted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areas,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excessively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humid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areas,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tropical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areas, 	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vicinity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chemical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iron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industry.</a:t>
            </a:r>
            <a:endParaRPr sz="900" dirty="0">
              <a:latin typeface="Malgun Gothic"/>
              <a:cs typeface="Malgun Gothic"/>
            </a:endParaRPr>
          </a:p>
          <a:p>
            <a:pPr marL="391795" marR="75565" lvl="1" indent="-132715" algn="just">
              <a:lnSpc>
                <a:spcPct val="110800"/>
              </a:lnSpc>
              <a:spcBef>
                <a:spcPts val="150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Contact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concrete,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mortar,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soil,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ash,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fertilizer,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moisture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retaining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substances,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lead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copper</a:t>
            </a:r>
            <a:r>
              <a:rPr sz="900" spc="-25" dirty="0">
                <a:latin typeface="Malgun Gothic"/>
                <a:cs typeface="Malgun Gothic"/>
              </a:rPr>
              <a:t> and 	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dissimilar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chemical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agents,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liquid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copper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flashings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copper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pipes,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green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wet 	</a:t>
            </a:r>
            <a:r>
              <a:rPr sz="900" dirty="0">
                <a:latin typeface="Malgun Gothic"/>
                <a:cs typeface="Malgun Gothic"/>
              </a:rPr>
              <a:t>timber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treated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timber.</a:t>
            </a:r>
            <a:endParaRPr sz="9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65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5798" y="1275308"/>
            <a:ext cx="5733415" cy="4068037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01320" indent="-132715">
              <a:spcBef>
                <a:spcPts val="215"/>
              </a:spcBef>
              <a:buAutoNum type="arabicParenR" startAt="5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Attack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chemical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agents,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fumes,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liquids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solids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direct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run-</a:t>
            </a:r>
            <a:r>
              <a:rPr sz="900" dirty="0">
                <a:latin typeface="Malgun Gothic"/>
                <a:cs typeface="Malgun Gothic"/>
              </a:rPr>
              <a:t>off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falling</a:t>
            </a:r>
            <a:endParaRPr sz="900" dirty="0">
              <a:latin typeface="Malgun Gothic"/>
              <a:cs typeface="Malgun Gothic"/>
            </a:endParaRPr>
          </a:p>
          <a:p>
            <a:pPr marL="268605">
              <a:spcBef>
                <a:spcPts val="120"/>
              </a:spcBef>
              <a:tabLst>
                <a:tab pos="401320" algn="l"/>
              </a:tabLst>
            </a:pPr>
            <a:r>
              <a:rPr lang="en-US" sz="900" dirty="0" smtClean="0">
                <a:latin typeface="Malgun Gothic"/>
                <a:cs typeface="Malgun Gothic"/>
              </a:rPr>
              <a:t>   </a:t>
            </a:r>
            <a:r>
              <a:rPr sz="900" dirty="0" smtClean="0">
                <a:latin typeface="Malgun Gothic"/>
                <a:cs typeface="Malgun Gothic"/>
              </a:rPr>
              <a:t>onto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 smtClean="0">
                <a:latin typeface="Malgun Gothic"/>
                <a:cs typeface="Malgun Gothic"/>
              </a:rPr>
              <a:t>product.</a:t>
            </a:r>
            <a:endParaRPr lang="en-US" sz="900" spc="-10" dirty="0">
              <a:latin typeface="Malgun Gothic"/>
              <a:cs typeface="Malgun Gothic"/>
            </a:endParaRPr>
          </a:p>
          <a:p>
            <a:pPr marL="268605">
              <a:spcBef>
                <a:spcPts val="120"/>
              </a:spcBef>
              <a:tabLst>
                <a:tab pos="401320" algn="l"/>
              </a:tabLst>
            </a:pPr>
            <a:r>
              <a:rPr lang="en-US" sz="900" spc="-10" dirty="0" smtClean="0">
                <a:latin typeface="Malgun Gothic"/>
                <a:cs typeface="Malgun Gothic"/>
              </a:rPr>
              <a:t>6) </a:t>
            </a:r>
            <a:r>
              <a:rPr sz="900" spc="-10" dirty="0" smtClean="0">
                <a:latin typeface="Malgun Gothic"/>
                <a:cs typeface="Malgun Gothic"/>
              </a:rPr>
              <a:t>Failure</a:t>
            </a:r>
            <a:r>
              <a:rPr sz="900" spc="-25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to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remove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debris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and/or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failure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to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provide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free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drainage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of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water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dirty="0" smtClean="0">
                <a:latin typeface="Malgun Gothic"/>
                <a:cs typeface="Malgun Gothic"/>
              </a:rPr>
              <a:t>including</a:t>
            </a:r>
            <a:r>
              <a:rPr sz="900" spc="-20" dirty="0" smtClean="0">
                <a:latin typeface="Malgun Gothic"/>
                <a:cs typeface="Malgun Gothic"/>
              </a:rPr>
              <a:t> </a:t>
            </a:r>
            <a:r>
              <a:rPr sz="900" spc="-10" dirty="0" smtClean="0">
                <a:latin typeface="Malgun Gothic"/>
                <a:cs typeface="Malgun Gothic"/>
              </a:rPr>
              <a:t>internal</a:t>
            </a:r>
            <a:endParaRPr lang="en-US" sz="900" spc="-10" dirty="0" smtClean="0">
              <a:latin typeface="Malgun Gothic"/>
              <a:cs typeface="Malgun Gothic"/>
            </a:endParaRPr>
          </a:p>
          <a:p>
            <a:pPr marL="268605">
              <a:spcBef>
                <a:spcPts val="120"/>
              </a:spcBef>
              <a:tabLst>
                <a:tab pos="401320" algn="l"/>
              </a:tabLst>
            </a:pPr>
            <a:r>
              <a:rPr lang="en-US" sz="900" spc="-10" dirty="0">
                <a:latin typeface="Malgun Gothic"/>
                <a:cs typeface="Malgun Gothic"/>
              </a:rPr>
              <a:t> </a:t>
            </a:r>
            <a:r>
              <a:rPr lang="en-US" sz="900" spc="-10" dirty="0" smtClean="0">
                <a:latin typeface="Malgun Gothic"/>
                <a:cs typeface="Malgun Gothic"/>
              </a:rPr>
              <a:t>   </a:t>
            </a:r>
            <a:r>
              <a:rPr lang="en-US" altLang="ko-KR" sz="900" dirty="0" smtClean="0">
                <a:latin typeface="Malgun Gothic"/>
                <a:cs typeface="Malgun Gothic"/>
              </a:rPr>
              <a:t>condensation</a:t>
            </a:r>
            <a:r>
              <a:rPr lang="en-US" altLang="ko-KR" sz="900" spc="-25" dirty="0" smtClean="0">
                <a:latin typeface="Malgun Gothic"/>
                <a:cs typeface="Malgun Gothic"/>
              </a:rPr>
              <a:t> </a:t>
            </a:r>
            <a:r>
              <a:rPr lang="en-US" altLang="ko-KR" sz="900" dirty="0" smtClean="0">
                <a:latin typeface="Malgun Gothic"/>
                <a:cs typeface="Malgun Gothic"/>
              </a:rPr>
              <a:t>from</a:t>
            </a:r>
            <a:r>
              <a:rPr lang="en-US" altLang="ko-KR" sz="900" spc="-20" dirty="0" smtClean="0">
                <a:latin typeface="Malgun Gothic"/>
                <a:cs typeface="Malgun Gothic"/>
              </a:rPr>
              <a:t> </a:t>
            </a:r>
            <a:r>
              <a:rPr lang="en-US" altLang="ko-KR" sz="900" dirty="0" smtClean="0">
                <a:latin typeface="Malgun Gothic"/>
                <a:cs typeface="Malgun Gothic"/>
              </a:rPr>
              <a:t>all</a:t>
            </a:r>
            <a:r>
              <a:rPr lang="en-US" altLang="ko-KR" sz="900" spc="-20" dirty="0" smtClean="0">
                <a:latin typeface="Malgun Gothic"/>
                <a:cs typeface="Malgun Gothic"/>
              </a:rPr>
              <a:t> </a:t>
            </a:r>
            <a:r>
              <a:rPr lang="en-US" altLang="ko-KR" sz="900" dirty="0" smtClean="0">
                <a:latin typeface="Malgun Gothic"/>
                <a:cs typeface="Malgun Gothic"/>
              </a:rPr>
              <a:t>surfaces</a:t>
            </a:r>
            <a:r>
              <a:rPr lang="en-US" altLang="ko-KR" sz="900" spc="-20" dirty="0" smtClean="0">
                <a:latin typeface="Malgun Gothic"/>
                <a:cs typeface="Malgun Gothic"/>
              </a:rPr>
              <a:t> </a:t>
            </a:r>
            <a:r>
              <a:rPr lang="en-US" altLang="ko-KR" sz="900" dirty="0" smtClean="0">
                <a:latin typeface="Malgun Gothic"/>
                <a:cs typeface="Malgun Gothic"/>
              </a:rPr>
              <a:t>of</a:t>
            </a:r>
            <a:r>
              <a:rPr lang="en-US" altLang="ko-KR" sz="900" spc="-20" dirty="0" smtClean="0">
                <a:latin typeface="Malgun Gothic"/>
                <a:cs typeface="Malgun Gothic"/>
              </a:rPr>
              <a:t> </a:t>
            </a:r>
            <a:r>
              <a:rPr lang="en-US" altLang="ko-KR" sz="900" dirty="0" smtClean="0">
                <a:latin typeface="Malgun Gothic"/>
                <a:cs typeface="Malgun Gothic"/>
              </a:rPr>
              <a:t>the</a:t>
            </a:r>
            <a:r>
              <a:rPr lang="en-US" altLang="ko-KR" sz="900" spc="-20" dirty="0" smtClean="0">
                <a:latin typeface="Malgun Gothic"/>
                <a:cs typeface="Malgun Gothic"/>
              </a:rPr>
              <a:t> </a:t>
            </a:r>
            <a:r>
              <a:rPr lang="en-US" altLang="ko-KR" sz="900" spc="-10" dirty="0" smtClean="0">
                <a:latin typeface="Malgun Gothic"/>
                <a:cs typeface="Malgun Gothic"/>
              </a:rPr>
              <a:t>product.</a:t>
            </a:r>
            <a:endParaRPr sz="900" dirty="0" smtClean="0">
              <a:latin typeface="Malgun Gothic"/>
              <a:cs typeface="Malgun Gothic"/>
            </a:endParaRPr>
          </a:p>
          <a:p>
            <a:pPr marL="401320" marR="139700" indent="-132715">
              <a:spcBef>
                <a:spcPts val="150"/>
              </a:spcBef>
              <a:buAutoNum type="arabicParenR" startAt="7"/>
              <a:tabLst>
                <a:tab pos="402590" algn="l"/>
              </a:tabLst>
            </a:pPr>
            <a:r>
              <a:rPr sz="900" dirty="0" smtClean="0">
                <a:latin typeface="Malgun Gothic"/>
                <a:cs typeface="Malgun Gothic"/>
              </a:rPr>
              <a:t>Installations</a:t>
            </a:r>
            <a:r>
              <a:rPr sz="900" spc="-25" dirty="0" smtClean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subject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salt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marine,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severe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industry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unusually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corrosive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environments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any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time 	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future.</a:t>
            </a:r>
            <a:endParaRPr sz="900" dirty="0">
              <a:latin typeface="Malgun Gothic"/>
              <a:cs typeface="Malgun Gothic"/>
            </a:endParaRPr>
          </a:p>
          <a:p>
            <a:pPr marL="401320" indent="-132715">
              <a:lnSpc>
                <a:spcPct val="100000"/>
              </a:lnSpc>
              <a:spcBef>
                <a:spcPts val="265"/>
              </a:spcBef>
              <a:buAutoNum type="arabicParenR" startAt="7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arising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within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lapped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areas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end-</a:t>
            </a:r>
            <a:r>
              <a:rPr sz="900" dirty="0">
                <a:latin typeface="Malgun Gothic"/>
                <a:cs typeface="Malgun Gothic"/>
              </a:rPr>
              <a:t>lapped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sheets.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Corrosion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cut</a:t>
            </a:r>
            <a:r>
              <a:rPr sz="900" spc="-10" dirty="0">
                <a:latin typeface="Malgun Gothic"/>
                <a:cs typeface="Malgun Gothic"/>
              </a:rPr>
              <a:t> edges.</a:t>
            </a:r>
            <a:endParaRPr sz="900" dirty="0">
              <a:latin typeface="Malgun Gothic"/>
              <a:cs typeface="Malgun Gothic"/>
            </a:endParaRPr>
          </a:p>
          <a:p>
            <a:pPr marL="401320" indent="-132715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Failure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replace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corroded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fasteners.</a:t>
            </a:r>
            <a:endParaRPr sz="900" dirty="0">
              <a:latin typeface="Malgun Gothic"/>
              <a:cs typeface="Malgun Gothic"/>
            </a:endParaRPr>
          </a:p>
          <a:p>
            <a:pPr marL="401320" indent="-195580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01320" algn="l"/>
              </a:tabLst>
            </a:pPr>
            <a:r>
              <a:rPr sz="900" dirty="0">
                <a:latin typeface="Malgun Gothic"/>
                <a:cs typeface="Malgun Gothic"/>
              </a:rPr>
              <a:t>With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regard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paint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delamination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(peel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flake),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internal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facing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surface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product.</a:t>
            </a:r>
            <a:endParaRPr sz="900" dirty="0">
              <a:latin typeface="Malgun Gothic"/>
              <a:cs typeface="Malgun Gothic"/>
            </a:endParaRPr>
          </a:p>
          <a:p>
            <a:pPr marL="401320" marR="55244" indent="-195580">
              <a:lnSpc>
                <a:spcPct val="110800"/>
              </a:lnSpc>
              <a:spcBef>
                <a:spcPts val="785"/>
              </a:spcBef>
              <a:buAutoNum type="arabicParenR" startAt="7"/>
              <a:tabLst>
                <a:tab pos="402590" algn="l"/>
              </a:tabLst>
            </a:pPr>
            <a:r>
              <a:rPr sz="900" dirty="0">
                <a:latin typeface="Malgun Gothic"/>
                <a:cs typeface="Malgun Gothic"/>
              </a:rPr>
              <a:t>Damage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failure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occurring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from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natural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disaster,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fire,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flood,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explosion,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falling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stone,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acts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of 	</a:t>
            </a:r>
            <a:r>
              <a:rPr sz="900" spc="-10" dirty="0">
                <a:latin typeface="Malgun Gothic"/>
                <a:cs typeface="Malgun Gothic"/>
              </a:rPr>
              <a:t>war,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riots,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vandalism,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salt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spray,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atomic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radiation,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typhoons,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other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similarly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extreme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‘acts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God</a:t>
            </a:r>
            <a:r>
              <a:rPr sz="900" spc="-10" dirty="0" smtClean="0">
                <a:latin typeface="Malgun Gothic"/>
                <a:cs typeface="Malgun Gothic"/>
              </a:rPr>
              <a:t>’.</a:t>
            </a:r>
            <a:endParaRPr lang="en-US" sz="900" spc="-10" dirty="0" smtClean="0">
              <a:latin typeface="Malgun Gothic"/>
              <a:cs typeface="Malgun Gothic"/>
            </a:endParaRPr>
          </a:p>
          <a:p>
            <a:pPr marL="401320" marR="55244" indent="-195580">
              <a:lnSpc>
                <a:spcPct val="110800"/>
              </a:lnSpc>
              <a:spcBef>
                <a:spcPts val="785"/>
              </a:spcBef>
              <a:buAutoNum type="arabicParenR" startAt="7"/>
              <a:tabLst>
                <a:tab pos="402590" algn="l"/>
              </a:tabLst>
            </a:pPr>
            <a:r>
              <a:rPr lang="en-US" sz="900" spc="-10" dirty="0" smtClean="0">
                <a:latin typeface="Malgun Gothic"/>
                <a:cs typeface="Malgun Gothic"/>
              </a:rPr>
              <a:t>Damage resulting from exposure to extreme or abnormal environments characterized by high corrosion and pollution, including but not limited to: humid or tropical climates, coastal areas within a 500m radius, elevations exceeding 900m, and vicinities of chemical or steel industrial plants with significant chemical contamination.</a:t>
            </a:r>
            <a:endParaRPr sz="900" dirty="0">
              <a:latin typeface="Malgun Gothic"/>
              <a:cs typeface="Malgun Gothic"/>
            </a:endParaRPr>
          </a:p>
          <a:p>
            <a:pPr marL="210820" marR="127635" indent="-186055">
              <a:lnSpc>
                <a:spcPct val="110800"/>
              </a:lnSpc>
              <a:spcBef>
                <a:spcPts val="1030"/>
              </a:spcBef>
              <a:buAutoNum type="arabicPeriod" startAt="14"/>
              <a:tabLst>
                <a:tab pos="212090" algn="l"/>
              </a:tabLst>
            </a:pPr>
            <a:r>
              <a:rPr sz="900" dirty="0">
                <a:latin typeface="Malgun Gothic"/>
                <a:cs typeface="Malgun Gothic"/>
              </a:rPr>
              <a:t>Claims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submitted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guarantee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period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within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thirty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(30)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days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after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discovering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the 	</a:t>
            </a:r>
            <a:r>
              <a:rPr sz="900" dirty="0">
                <a:latin typeface="Malgun Gothic"/>
                <a:cs typeface="Malgun Gothic"/>
              </a:rPr>
              <a:t>defect.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Purchaser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notify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contents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writing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give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Union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spc="-50" dirty="0">
                <a:latin typeface="Malgun Gothic"/>
                <a:cs typeface="Malgun Gothic"/>
              </a:rPr>
              <a:t>a 	</a:t>
            </a:r>
            <a:r>
              <a:rPr sz="900" dirty="0">
                <a:latin typeface="Malgun Gothic"/>
                <a:cs typeface="Malgun Gothic"/>
              </a:rPr>
              <a:t>reasonable</a:t>
            </a:r>
            <a:r>
              <a:rPr sz="900" spc="-3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opportunity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inspect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material.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If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possible,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Purchaser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provide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Coated 	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samples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defect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mentioning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coil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No.,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product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name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lot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No.,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shipping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date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and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user. 	</a:t>
            </a:r>
            <a:r>
              <a:rPr sz="900" dirty="0">
                <a:latin typeface="Malgun Gothic"/>
                <a:cs typeface="Malgun Gothic"/>
              </a:rPr>
              <a:t>If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not,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has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investigated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or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third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parties.</a:t>
            </a:r>
            <a:endParaRPr sz="900" dirty="0">
              <a:latin typeface="Malgun Gothic"/>
              <a:cs typeface="Malgun Gothic"/>
            </a:endParaRPr>
          </a:p>
          <a:p>
            <a:pPr marL="210820" marR="389890" indent="-186055">
              <a:lnSpc>
                <a:spcPct val="110800"/>
              </a:lnSpc>
              <a:spcBef>
                <a:spcPts val="1000"/>
              </a:spcBef>
              <a:buAutoNum type="arabicPeriod" startAt="14"/>
              <a:tabLst>
                <a:tab pos="212090" algn="l"/>
              </a:tabLst>
            </a:pPr>
            <a:r>
              <a:rPr sz="900" dirty="0">
                <a:latin typeface="Malgun Gothic"/>
                <a:cs typeface="Malgun Gothic"/>
              </a:rPr>
              <a:t>End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user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must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also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maintain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records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2</a:t>
            </a:r>
            <a:r>
              <a:rPr lang="en-US"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1</a:t>
            </a:r>
            <a:r>
              <a:rPr sz="900" dirty="0" smtClean="0">
                <a:solidFill>
                  <a:srgbClr val="FF0000"/>
                </a:solidFill>
                <a:latin typeface="Malgun Gothic"/>
                <a:cs typeface="Malgun Gothic"/>
              </a:rPr>
              <a:t>years</a:t>
            </a:r>
            <a:r>
              <a:rPr sz="900" spc="-15" dirty="0" smtClean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that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will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identify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master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coil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number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for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each 	</a:t>
            </a:r>
            <a:r>
              <a:rPr sz="900" dirty="0">
                <a:latin typeface="Malgun Gothic"/>
                <a:cs typeface="Malgun Gothic"/>
              </a:rPr>
              <a:t>building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erected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in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the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field,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which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shall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be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available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to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SeAH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Coated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Metal</a:t>
            </a:r>
            <a:r>
              <a:rPr sz="900" spc="-2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on</a:t>
            </a:r>
            <a:r>
              <a:rPr sz="900" spc="-2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request.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798" y="5505450"/>
            <a:ext cx="44157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This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warranty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becomes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effective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when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all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of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above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conditions</a:t>
            </a:r>
            <a:r>
              <a:rPr sz="1000" b="1" spc="-1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are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done.</a:t>
            </a:r>
            <a:endParaRPr sz="1000" dirty="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1330" y="6782985"/>
            <a:ext cx="1914792" cy="9526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19937" y="7887788"/>
            <a:ext cx="6813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0000"/>
                </a:solidFill>
                <a:latin typeface="Malgun Gothic"/>
                <a:cs typeface="Malgun Gothic"/>
              </a:rPr>
              <a:t>2026.04.27</a:t>
            </a:r>
            <a:endParaRPr sz="10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428</Words>
  <Application>Microsoft Office PowerPoint</Application>
  <PresentationFormat>사용자 지정</PresentationFormat>
  <Paragraphs>98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PVDF TOP K012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PVDF TOP K012</dc:title>
  <cp:lastModifiedBy>SEAH</cp:lastModifiedBy>
  <cp:revision>7</cp:revision>
  <dcterms:created xsi:type="dcterms:W3CDTF">2026-04-27T00:10:27Z</dcterms:created>
  <dcterms:modified xsi:type="dcterms:W3CDTF">2026-06-24T08:10:46Z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2026-04-27T00:00:00Z</vt:filetime>
  </property>
  <property fmtid="{D5CDD505-2E9C-101B-9397-08002B2CF9AE}" pid="4" name="LastSaved">
    <vt:filetime>2026-04-27T00:00:00Z</vt:filetime>
  </property>
  <property fmtid="{D5CDD505-2E9C-101B-9397-08002B2CF9AE}" pid="5" name="Producer">
    <vt:lpwstr>Developer Express Inc. DXperience (tm) v20.2.6</vt:lpwstr>
  </property>
</Properties>
</file>